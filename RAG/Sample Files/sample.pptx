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Northwind Trail Coffee — Series A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Investor briefing, April 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 revenue reached $1.42M, up 38% quarter-over-quarter, driven mainly by wholesale accounts in the Pacific Northwest.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Roastery Facility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Tacoma roastery came online in February, increasing weekly production capacity from 3,200 lbs to 9,000 lbs.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Wholesale Partnerships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Signed distribution agreements with fourteen new independent grocers, bringing total wholesale accounts to 61.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Headcount grew from 18 to 27 employees this quarter, including the hire of a dedicated food-safety compliance manager.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Retention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Subscription churn dropped to 4.1% monthly, down from 6.8% last quarter, following the launch of a flexible delivery-pause feature.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Upcoming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Targeting USDA organic certification by August and a second roastery location in Denver by year-end.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